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Red Hat Display" panose="02010503040201060303" pitchFamily="2" charset="77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A92B28-5817-4398-9C27-1850C35C2FF4}">
  <a:tblStyle styleId="{ECA92B28-5817-4398-9C27-1850C35C2F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5"/>
  </p:normalViewPr>
  <p:slideViewPr>
    <p:cSldViewPr snapToGrid="0">
      <p:cViewPr varScale="1">
        <p:scale>
          <a:sx n="151" d="100"/>
          <a:sy n="151" d="100"/>
        </p:scale>
        <p:origin x="7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3e59680ec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3e59680ec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2d4138731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2d4138731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3997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87425" y="947009"/>
            <a:ext cx="43758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400" dirty="0">
                <a:solidFill>
                  <a:srgbClr val="131E2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Kapak</a:t>
            </a:r>
            <a:endParaRPr sz="2400" dirty="0">
              <a:solidFill>
                <a:srgbClr val="131E2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424671" y="124163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2" name="Google Shape;62;p14" title="Frame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Macintosh PowerPoint</Application>
  <PresentationFormat>On-screen Show (16:9)</PresentationFormat>
  <Paragraphs>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Red Hat Display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Melih Oğuz  Kayam</cp:lastModifiedBy>
  <cp:revision>3</cp:revision>
  <dcterms:modified xsi:type="dcterms:W3CDTF">2026-03-16T06:46:38Z</dcterms:modified>
</cp:coreProperties>
</file>