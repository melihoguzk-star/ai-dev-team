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ed Hat Display Black"/>
      <p:bold r:id="rId14"/>
      <p:boldItalic r:id="rId15"/>
    </p:embeddedFont>
    <p:embeddedFont>
      <p:font typeface="Red Hat Display Medium"/>
      <p:regular r:id="rId16"/>
      <p:bold r:id="rId17"/>
      <p:italic r:id="rId18"/>
      <p:boldItalic r:id="rId19"/>
    </p:embeddedFont>
    <p:embeddedFont>
      <p:font typeface="Red Hat Display"/>
      <p:regular r:id="rId20"/>
      <p:bold r:id="rId21"/>
      <p:italic r:id="rId22"/>
      <p:boldItalic r:id="rId23"/>
    </p:embeddedFont>
    <p:embeddedFont>
      <p:font typeface="Red Hat Display ExtraBold"/>
      <p:bold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CA92B28-5817-4398-9C27-1850C35C2FF4}">
  <a:tblStyle styleId="{ECA92B28-5817-4398-9C27-1850C35C2FF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edHatDisplay-regular.fntdata"/><Relationship Id="rId22" Type="http://schemas.openxmlformats.org/officeDocument/2006/relationships/font" Target="fonts/RedHatDisplay-italic.fntdata"/><Relationship Id="rId21" Type="http://schemas.openxmlformats.org/officeDocument/2006/relationships/font" Target="fonts/RedHatDisplay-bold.fntdata"/><Relationship Id="rId24" Type="http://schemas.openxmlformats.org/officeDocument/2006/relationships/font" Target="fonts/RedHatDisplayExtraBold-bold.fntdata"/><Relationship Id="rId23" Type="http://schemas.openxmlformats.org/officeDocument/2006/relationships/font" Target="fonts/RedHatDisplay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RedHatDisplayExtra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RedHatDisplayBlack-boldItalic.fntdata"/><Relationship Id="rId14" Type="http://schemas.openxmlformats.org/officeDocument/2006/relationships/font" Target="fonts/RedHatDisplayBlack-bold.fntdata"/><Relationship Id="rId17" Type="http://schemas.openxmlformats.org/officeDocument/2006/relationships/font" Target="fonts/RedHatDisplayMedium-bold.fntdata"/><Relationship Id="rId16" Type="http://schemas.openxmlformats.org/officeDocument/2006/relationships/font" Target="fonts/RedHatDisplayMedium-regular.fntdata"/><Relationship Id="rId19" Type="http://schemas.openxmlformats.org/officeDocument/2006/relationships/font" Target="fonts/RedHatDisplayMedium-boldItalic.fntdata"/><Relationship Id="rId18" Type="http://schemas.openxmlformats.org/officeDocument/2006/relationships/font" Target="fonts/RedHatDisplayMedium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3e59680e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3e59680e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2d4138731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c2d4138731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2d4138731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c2d4138731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c3277569f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c3277569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32b2bcc6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32b2bcc6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3e59680ec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c3e59680e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3e59680e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c3e59680e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3e59680ec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c3e59680e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"/>
            <a:ext cx="9143997" cy="5143496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87425" y="1158675"/>
            <a:ext cx="43758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2400">
                <a:solidFill>
                  <a:srgbClr val="131E2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SunExpress</a:t>
            </a:r>
            <a:endParaRPr b="1" sz="2400">
              <a:solidFill>
                <a:srgbClr val="131E2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2400">
                <a:solidFill>
                  <a:srgbClr val="131E2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Performance Overview</a:t>
            </a:r>
            <a:endParaRPr sz="2400">
              <a:solidFill>
                <a:srgbClr val="131E2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250" y="523926"/>
            <a:ext cx="1289524" cy="550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358125" y="113375"/>
            <a:ext cx="4734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2200">
                <a:solidFill>
                  <a:srgbClr val="EB690B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rPr>
              <a:t>iOS</a:t>
            </a:r>
            <a:r>
              <a:rPr lang="tr" sz="2200">
                <a:solidFill>
                  <a:srgbClr val="212D2F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rPr>
              <a:t> </a:t>
            </a:r>
            <a:r>
              <a:rPr b="1" lang="tr" sz="2200">
                <a:solidFill>
                  <a:srgbClr val="212D2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Performance Overview</a:t>
            </a:r>
            <a:endParaRPr b="1" sz="2200">
              <a:solidFill>
                <a:srgbClr val="212D2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62" name="Google Shape;62;p14" title="Frame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783" y="4621189"/>
            <a:ext cx="608448" cy="2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47451" y="4539147"/>
            <a:ext cx="1007955" cy="4298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4" name="Google Shape;64;p14"/>
          <p:cNvGraphicFramePr/>
          <p:nvPr/>
        </p:nvGraphicFramePr>
        <p:xfrm>
          <a:off x="483688" y="955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{ECA92B28-5817-4398-9C27-1850C35C2FF4}</a:tableStyleId>
              </a:tblPr>
              <a:tblGrid>
                <a:gridCol w="1735375"/>
                <a:gridCol w="1288250"/>
                <a:gridCol w="1288250"/>
                <a:gridCol w="1288250"/>
                <a:gridCol w="1288250"/>
                <a:gridCol w="1288250"/>
              </a:tblGrid>
              <a:tr h="59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Date</a:t>
                      </a:r>
                      <a:endParaRPr sz="1200">
                        <a:solidFill>
                          <a:srgbClr val="1C4587"/>
                        </a:solidFill>
                        <a:latin typeface="Red Hat Display ExtraBold"/>
                        <a:ea typeface="Red Hat Display ExtraBold"/>
                        <a:cs typeface="Red Hat Display ExtraBold"/>
                        <a:sym typeface="Red Hat Display ExtraBol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App Rating</a:t>
                      </a:r>
                      <a:endParaRPr sz="1200">
                        <a:solidFill>
                          <a:srgbClr val="1C4587"/>
                        </a:solidFill>
                        <a:latin typeface="Red Hat Display ExtraBold"/>
                        <a:ea typeface="Red Hat Display ExtraBold"/>
                        <a:cs typeface="Red Hat Display ExtraBold"/>
                        <a:sym typeface="Red Hat Display ExtraBol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Crash Free User</a:t>
                      </a:r>
                      <a:endParaRPr sz="1200">
                        <a:solidFill>
                          <a:srgbClr val="1C4587"/>
                        </a:solidFill>
                        <a:latin typeface="Red Hat Display ExtraBold"/>
                        <a:ea typeface="Red Hat Display ExtraBold"/>
                        <a:cs typeface="Red Hat Display ExtraBold"/>
                        <a:sym typeface="Red Hat Display ExtraBol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Download (Weekly)</a:t>
                      </a:r>
                      <a:endParaRPr sz="1200">
                        <a:solidFill>
                          <a:srgbClr val="1C4587"/>
                        </a:solidFill>
                        <a:latin typeface="Red Hat Display ExtraBold"/>
                        <a:ea typeface="Red Hat Display ExtraBold"/>
                        <a:cs typeface="Red Hat Display ExtraBold"/>
                        <a:sym typeface="Red Hat Display ExtraBol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Active User (Weekly)</a:t>
                      </a:r>
                      <a:endParaRPr sz="1200">
                        <a:solidFill>
                          <a:srgbClr val="1C4587"/>
                        </a:solidFill>
                        <a:latin typeface="Red Hat Display ExtraBold"/>
                        <a:ea typeface="Red Hat Display ExtraBold"/>
                        <a:cs typeface="Red Hat Display ExtraBold"/>
                        <a:sym typeface="Red Hat Display ExtraBol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Uninstall Count</a:t>
                      </a:r>
                      <a:endParaRPr sz="1200">
                        <a:solidFill>
                          <a:srgbClr val="1C4587"/>
                        </a:solidFill>
                        <a:latin typeface="Red Hat Display ExtraBold"/>
                        <a:ea typeface="Red Hat Display ExtraBold"/>
                        <a:cs typeface="Red Hat Display ExtraBold"/>
                        <a:sym typeface="Red Hat Display ExtraBol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(Weekly)</a:t>
                      </a:r>
                      <a:endParaRPr sz="1200">
                        <a:solidFill>
                          <a:srgbClr val="1C4587"/>
                        </a:solidFill>
                        <a:latin typeface="Red Hat Display ExtraBold"/>
                        <a:ea typeface="Red Hat Display ExtraBold"/>
                        <a:cs typeface="Red Hat Display ExtraBold"/>
                        <a:sym typeface="Red Hat Display ExtraBold"/>
                      </a:endParaRPr>
                    </a:p>
                  </a:txBody>
                  <a:tcPr marT="91425" marB="91425" marR="91425" marL="91425" anchor="ctr"/>
                </a:tc>
              </a:tr>
              <a:tr h="37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19 Jan - 25 Jan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3.0</a:t>
                      </a:r>
                      <a:endParaRPr sz="1200"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99.8</a:t>
                      </a:r>
                      <a:endParaRPr sz="1200"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21.9</a:t>
                      </a: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K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74</a:t>
                      </a: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K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1.37K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37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26 Jan -  01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3.0</a:t>
                      </a:r>
                      <a:endParaRPr sz="1200"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99.85</a:t>
                      </a:r>
                      <a:endParaRPr sz="1200"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25</a:t>
                      </a: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K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79</a:t>
                      </a: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K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2K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37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02 Feb  - 08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3.0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99.79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21K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77K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1.8K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</a:tr>
              <a:tr h="37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09 Feb - 15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3.0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99.57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20.4K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81K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1.79K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</a:tr>
              <a:tr h="37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16</a:t>
                      </a: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 Feb - 22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2.8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99.6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28.8K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91K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2.37K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</a:tr>
              <a:tr h="37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23</a:t>
                      </a: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 Feb - 1 Mar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2.7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99.89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30K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100K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2.44K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</a:tr>
              <a:tr h="37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 Mar - 8 Mar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2.8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99.88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27K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103K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2.28K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/>
        </p:nvSpPr>
        <p:spPr>
          <a:xfrm>
            <a:off x="358125" y="113375"/>
            <a:ext cx="4734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2200">
                <a:solidFill>
                  <a:srgbClr val="EB690B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rPr>
              <a:t>Android</a:t>
            </a:r>
            <a:r>
              <a:rPr lang="tr" sz="2200">
                <a:solidFill>
                  <a:srgbClr val="212D2F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rPr>
              <a:t> </a:t>
            </a:r>
            <a:r>
              <a:rPr b="1" lang="tr" sz="2200">
                <a:solidFill>
                  <a:srgbClr val="212D2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Performance Overview</a:t>
            </a:r>
            <a:endParaRPr b="1" sz="2200">
              <a:solidFill>
                <a:srgbClr val="212D2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70" name="Google Shape;70;p15" title="Frame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783" y="4621189"/>
            <a:ext cx="608448" cy="2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47451" y="4539147"/>
            <a:ext cx="1007955" cy="4298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2" name="Google Shape;72;p15"/>
          <p:cNvGraphicFramePr/>
          <p:nvPr/>
        </p:nvGraphicFramePr>
        <p:xfrm>
          <a:off x="483688" y="955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{ECA92B28-5817-4398-9C27-1850C35C2FF4}</a:tableStyleId>
              </a:tblPr>
              <a:tblGrid>
                <a:gridCol w="1735375"/>
                <a:gridCol w="1288250"/>
                <a:gridCol w="1288250"/>
                <a:gridCol w="1288250"/>
                <a:gridCol w="1288250"/>
                <a:gridCol w="1288250"/>
              </a:tblGrid>
              <a:tr h="59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Date</a:t>
                      </a:r>
                      <a:endParaRPr sz="1200">
                        <a:solidFill>
                          <a:srgbClr val="1C4587"/>
                        </a:solidFill>
                        <a:latin typeface="Red Hat Display ExtraBold"/>
                        <a:ea typeface="Red Hat Display ExtraBold"/>
                        <a:cs typeface="Red Hat Display ExtraBold"/>
                        <a:sym typeface="Red Hat Display ExtraBol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App Rating</a:t>
                      </a:r>
                      <a:endParaRPr sz="1200">
                        <a:solidFill>
                          <a:srgbClr val="1C4587"/>
                        </a:solidFill>
                        <a:latin typeface="Red Hat Display ExtraBold"/>
                        <a:ea typeface="Red Hat Display ExtraBold"/>
                        <a:cs typeface="Red Hat Display ExtraBold"/>
                        <a:sym typeface="Red Hat Display ExtraBol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Crash Free User</a:t>
                      </a:r>
                      <a:endParaRPr sz="1200">
                        <a:solidFill>
                          <a:srgbClr val="1C4587"/>
                        </a:solidFill>
                        <a:latin typeface="Red Hat Display ExtraBold"/>
                        <a:ea typeface="Red Hat Display ExtraBold"/>
                        <a:cs typeface="Red Hat Display ExtraBold"/>
                        <a:sym typeface="Red Hat Display ExtraBol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Download (Weekly)</a:t>
                      </a:r>
                      <a:endParaRPr sz="1200">
                        <a:solidFill>
                          <a:srgbClr val="1C4587"/>
                        </a:solidFill>
                        <a:latin typeface="Red Hat Display ExtraBold"/>
                        <a:ea typeface="Red Hat Display ExtraBold"/>
                        <a:cs typeface="Red Hat Display ExtraBold"/>
                        <a:sym typeface="Red Hat Display ExtraBol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Active User (Weekly)</a:t>
                      </a:r>
                      <a:endParaRPr sz="1200">
                        <a:solidFill>
                          <a:srgbClr val="1C4587"/>
                        </a:solidFill>
                        <a:latin typeface="Red Hat Display ExtraBold"/>
                        <a:ea typeface="Red Hat Display ExtraBold"/>
                        <a:cs typeface="Red Hat Display ExtraBold"/>
                        <a:sym typeface="Red Hat Display ExtraBol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Uninstall Count</a:t>
                      </a:r>
                      <a:endParaRPr sz="1200">
                        <a:solidFill>
                          <a:srgbClr val="1C4587"/>
                        </a:solidFill>
                        <a:latin typeface="Red Hat Display ExtraBold"/>
                        <a:ea typeface="Red Hat Display ExtraBold"/>
                        <a:cs typeface="Red Hat Display ExtraBold"/>
                        <a:sym typeface="Red Hat Display ExtraBol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(Weekly)</a:t>
                      </a:r>
                      <a:endParaRPr sz="1200">
                        <a:solidFill>
                          <a:srgbClr val="1C4587"/>
                        </a:solidFill>
                        <a:latin typeface="Red Hat Display ExtraBold"/>
                        <a:ea typeface="Red Hat Display ExtraBold"/>
                        <a:cs typeface="Red Hat Display ExtraBold"/>
                        <a:sym typeface="Red Hat Display ExtraBold"/>
                      </a:endParaRPr>
                    </a:p>
                  </a:txBody>
                  <a:tcPr marT="91425" marB="91425" marR="91425" marL="91425" anchor="ctr"/>
                </a:tc>
              </a:tr>
              <a:tr h="37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19 Jan - 25 Jan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3.4</a:t>
                      </a:r>
                      <a:endParaRPr sz="1200"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99.95</a:t>
                      </a:r>
                      <a:endParaRPr sz="1200"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12K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38K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3K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7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26 Jan -  01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3.6</a:t>
                      </a:r>
                      <a:endParaRPr sz="1200"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99.94</a:t>
                      </a:r>
                      <a:endParaRPr sz="1200"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12K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41K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5.3K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7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02 Feb  - 08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3.63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99.94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9.7K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40K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3.6K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</a:tr>
              <a:tr h="37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09 Feb - 15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3.63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99.93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9.1K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41K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3.4K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</a:tr>
              <a:tr h="37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16 Feb - 22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3.4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99.93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13K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45K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3.8K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</a:tr>
              <a:tr h="37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23 Feb - 1 March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3.2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99.93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15K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50K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3.9K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</a:tr>
              <a:tr h="37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 Mar - 8 Mar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3.3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99.94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13.9K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51K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4K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/>
        </p:nvSpPr>
        <p:spPr>
          <a:xfrm>
            <a:off x="358125" y="113375"/>
            <a:ext cx="4734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2200">
                <a:solidFill>
                  <a:srgbClr val="212D2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App Rating</a:t>
            </a:r>
            <a:endParaRPr b="1" sz="2200">
              <a:solidFill>
                <a:srgbClr val="212D2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graphicFrame>
        <p:nvGraphicFramePr>
          <p:cNvPr id="78" name="Google Shape;78;p16"/>
          <p:cNvGraphicFramePr/>
          <p:nvPr/>
        </p:nvGraphicFramePr>
        <p:xfrm>
          <a:off x="5092713" y="1144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{ECA92B28-5817-4398-9C27-1850C35C2FF4}</a:tableStyleId>
              </a:tblPr>
              <a:tblGrid>
                <a:gridCol w="1435900"/>
                <a:gridCol w="1274075"/>
                <a:gridCol w="970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Date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iOS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Android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21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19 Jan - 25 Jan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3,0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3,4</a:t>
                      </a:r>
                      <a:endParaRPr b="1"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26 Jan -  01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3,0</a:t>
                      </a:r>
                      <a:endParaRPr b="1"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3,6</a:t>
                      </a:r>
                      <a:endParaRPr b="1"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02 Feb  - 08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3,0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3,63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09 Feb - 15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3,0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3,63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16 Feb - 22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2</a:t>
                      </a: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,8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3,4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23 Feb - 1 Mar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2</a:t>
                      </a: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,7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3,2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 Mar - 8 Mar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2,8</a:t>
                      </a:r>
                      <a:endParaRPr b="1"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3,3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79" name="Google Shape;79;p16" title="Grafik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137" y="1108275"/>
            <a:ext cx="4382074" cy="2649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 title="Frame 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2783" y="4621189"/>
            <a:ext cx="608448" cy="2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47451" y="4539147"/>
            <a:ext cx="1007955" cy="429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/>
        </p:nvSpPr>
        <p:spPr>
          <a:xfrm>
            <a:off x="358125" y="113375"/>
            <a:ext cx="4734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2200">
                <a:solidFill>
                  <a:srgbClr val="212D2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Crash Free User</a:t>
            </a:r>
            <a:endParaRPr b="1" sz="2200">
              <a:solidFill>
                <a:srgbClr val="212D2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graphicFrame>
        <p:nvGraphicFramePr>
          <p:cNvPr id="87" name="Google Shape;87;p17"/>
          <p:cNvGraphicFramePr/>
          <p:nvPr/>
        </p:nvGraphicFramePr>
        <p:xfrm>
          <a:off x="5092713" y="1144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{ECA92B28-5817-4398-9C27-1850C35C2FF4}</a:tableStyleId>
              </a:tblPr>
              <a:tblGrid>
                <a:gridCol w="1435900"/>
                <a:gridCol w="1274075"/>
                <a:gridCol w="970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Date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iOS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Android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21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19 Jan - 25 Jan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99.8</a:t>
                      </a:r>
                      <a:endParaRPr b="1"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99.95</a:t>
                      </a:r>
                      <a:endParaRPr b="1"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26 Jan -  01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99.85</a:t>
                      </a:r>
                      <a:endParaRPr b="1"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99.94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02 Feb - 08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99.79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99.94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09 Feb - 15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99.57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99.93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16 Feb - 22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99.6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99.93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23 Feb - 1 Mar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99.89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99.93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 Mar - 8 Mar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99.88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99.94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88" name="Google Shape;88;p17" title="Frame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783" y="4621189"/>
            <a:ext cx="608448" cy="2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47451" y="4539147"/>
            <a:ext cx="1007955" cy="429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 title="Grafik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8126" y="1183726"/>
            <a:ext cx="4224701" cy="303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/>
        </p:nvSpPr>
        <p:spPr>
          <a:xfrm>
            <a:off x="358125" y="113375"/>
            <a:ext cx="4734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2200">
                <a:solidFill>
                  <a:srgbClr val="212D2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Download (Weekly)</a:t>
            </a:r>
            <a:endParaRPr b="1" sz="2200">
              <a:solidFill>
                <a:srgbClr val="212D2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graphicFrame>
        <p:nvGraphicFramePr>
          <p:cNvPr id="96" name="Google Shape;96;p18"/>
          <p:cNvGraphicFramePr/>
          <p:nvPr/>
        </p:nvGraphicFramePr>
        <p:xfrm>
          <a:off x="5092713" y="1144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{ECA92B28-5817-4398-9C27-1850C35C2FF4}</a:tableStyleId>
              </a:tblPr>
              <a:tblGrid>
                <a:gridCol w="1435900"/>
                <a:gridCol w="1274075"/>
                <a:gridCol w="970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Date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iOS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Android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21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19 Jan - 25 Jan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21.9K</a:t>
                      </a:r>
                      <a:endParaRPr b="1"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12K</a:t>
                      </a:r>
                      <a:endParaRPr b="1"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26 Jan -  01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25K</a:t>
                      </a:r>
                      <a:endParaRPr b="1"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12K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02 Feb - 08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21K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9.7K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09 Feb - 15 Feb</a:t>
                      </a:r>
                      <a:endParaRPr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20.4K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9.1K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16 Feb - 22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28.8K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13K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9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23 Feb - 1 Mar</a:t>
                      </a: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ch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30K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15K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 Mar - 8 Mar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27K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13.9K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97" name="Google Shape;97;p18" title="Frame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783" y="4621189"/>
            <a:ext cx="608448" cy="2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47451" y="4539147"/>
            <a:ext cx="1007955" cy="429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 title="Grafik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899" y="1144862"/>
            <a:ext cx="4499049" cy="298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/>
        </p:nvSpPr>
        <p:spPr>
          <a:xfrm>
            <a:off x="358125" y="113375"/>
            <a:ext cx="4734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2200">
                <a:solidFill>
                  <a:srgbClr val="212D2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Active User</a:t>
            </a:r>
            <a:r>
              <a:rPr b="1" lang="tr" sz="2200">
                <a:solidFill>
                  <a:srgbClr val="212D2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(Weekly)</a:t>
            </a:r>
            <a:endParaRPr b="1" sz="2200">
              <a:solidFill>
                <a:srgbClr val="212D2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graphicFrame>
        <p:nvGraphicFramePr>
          <p:cNvPr id="105" name="Google Shape;105;p19"/>
          <p:cNvGraphicFramePr/>
          <p:nvPr/>
        </p:nvGraphicFramePr>
        <p:xfrm>
          <a:off x="5092713" y="1144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{ECA92B28-5817-4398-9C27-1850C35C2FF4}</a:tableStyleId>
              </a:tblPr>
              <a:tblGrid>
                <a:gridCol w="1435900"/>
                <a:gridCol w="1274075"/>
                <a:gridCol w="970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Date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iOS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Android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1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19 Jan - 25 Jan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74K</a:t>
                      </a:r>
                      <a:endParaRPr b="1"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38K</a:t>
                      </a:r>
                      <a:endParaRPr b="1"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26 Jan -  01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79K</a:t>
                      </a:r>
                      <a:endParaRPr b="1"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41K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02 Feb - 08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77K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40K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09 Feb - 15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81K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41K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16 Feb - 22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91K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45K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23 Feb - 1 March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100K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50K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 Mar - 8 Mar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103K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51K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06" name="Google Shape;106;p19" title="Frame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783" y="4621189"/>
            <a:ext cx="608448" cy="2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47451" y="4539147"/>
            <a:ext cx="1007955" cy="429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9" title="Grafik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4181" y="1090100"/>
            <a:ext cx="4292655" cy="2654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/>
        </p:nvSpPr>
        <p:spPr>
          <a:xfrm>
            <a:off x="358125" y="113375"/>
            <a:ext cx="4734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2200">
                <a:solidFill>
                  <a:srgbClr val="212D2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Uninstall Count (Weekly)</a:t>
            </a:r>
            <a:endParaRPr b="1" sz="2200">
              <a:solidFill>
                <a:srgbClr val="212D2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graphicFrame>
        <p:nvGraphicFramePr>
          <p:cNvPr id="114" name="Google Shape;114;p20"/>
          <p:cNvGraphicFramePr/>
          <p:nvPr/>
        </p:nvGraphicFramePr>
        <p:xfrm>
          <a:off x="5092713" y="1144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{ECA92B28-5817-4398-9C27-1850C35C2FF4}</a:tableStyleId>
              </a:tblPr>
              <a:tblGrid>
                <a:gridCol w="1435900"/>
                <a:gridCol w="1274075"/>
                <a:gridCol w="970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Date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iOS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Android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21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19 Jan - 25 Jan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1.3K</a:t>
                      </a:r>
                      <a:endParaRPr b="1"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3K</a:t>
                      </a:r>
                      <a:endParaRPr b="1"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26 Jan -  01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2K</a:t>
                      </a:r>
                      <a:endParaRPr b="1"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5.3K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02 Feb - 08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1.8K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3.6K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09 Feb - 15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1.79K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3.4K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16 Feb - 22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2.37K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3.8K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23 Feb - 1 March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2.44K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3.9K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 Mar - 8 Mar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2.28K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4K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15" name="Google Shape;115;p20" title="Frame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783" y="4621189"/>
            <a:ext cx="608448" cy="2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47451" y="4539147"/>
            <a:ext cx="1007955" cy="429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0" title="Grafik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1212" y="1144625"/>
            <a:ext cx="4188987" cy="2597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